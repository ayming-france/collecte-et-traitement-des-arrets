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collecte-arrets" TargetMode="External"/><Relationship Id="rId4" Type="http://schemas.openxmlformats.org/officeDocument/2006/relationships/hyperlink" Target="https://www.ayming.fr/temoignages-clients/guerbet-repense-son-processus-de-gestion-de-labsence/?utm_source=slides-sales&amp;utm_medium=print&amp;utm_campaign=collecte-arrets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71455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476837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