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ayming.fr/temoignages-clients/stef-ameliore-pilotage-arret-travail-et-risques-professionnels/?utm_source=slides-sales&amp;utm_medium=print&amp;utm_campaign=collecte-arrets" TargetMode="External"/><Relationship Id="rId4" Type="http://schemas.openxmlformats.org/officeDocument/2006/relationships/hyperlink" Target="https://www.ayming.fr/temoignages-clients/guerbet-repense-son-processus-de-gestion-de-labsence/?utm_source=slides-sales&amp;utm_medium=print&amp;utm_campaign=collecte-arret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115857" y="1526483"/>
            <a:ext cx="3767723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308113" y="1526483"/>
            <a:ext cx="37677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