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stef-ameliore-pilotage-arret-travail-et-risques-professionnels/?utm_source=slides-sales&amp;utm_medium=print&amp;utm_campaign=collecte-arrets" TargetMode="External"/><Relationship Id="rId4" Type="http://schemas.openxmlformats.org/officeDocument/2006/relationships/hyperlink" Target="https://www.ayming.fr/temoignages-clients/guerbet-repense-son-processus-de-gestion-de-labsence/?utm_source=slides-sales&amp;utm_medium=print&amp;utm_campaign=collecte-arrets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2524061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r:id="rId4"/>
          </p:cNvPr>
          <p:cNvSpPr/>
          <p:nvPr/>
        </p:nvSpPr>
        <p:spPr>
          <a:xfrm>
            <a:off x="6286342" y="1699128"/>
            <a:ext cx="3381290" cy="4000399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